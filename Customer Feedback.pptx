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54ce4361-d3a1-4cea-b06a-3ca994bfd01a" TargetMode="External"/><Relationship Id="rId2" Type="http://schemas.openxmlformats.org/officeDocument/2006/relationships/hyperlink" Target="http://localhost:3000/dashboard/chart-detail?dashboardId=7874cb0d-8646-47dd-84b6-01f602b567cb&amp;tileId=ef31c085-8643-45fc-a490-3b684a1be2fc" TargetMode="External"/><Relationship Id="rId3" Type="http://schemas.openxmlformats.org/officeDocument/2006/relationships/hyperlink" Target="http://localhost:3000/dashboard/chart-detail?dashboardId=7874cb0d-8646-47dd-84b6-01f602b567cb&amp;tileId=64439ac3-f677-41c0-9c23-f04ed65e5a46" TargetMode="External"/><Relationship Id="rId4" Type="http://schemas.openxmlformats.org/officeDocument/2006/relationships/hyperlink" Target="http://localhost:3000/dashboard/chart-detail?dashboardId=7874cb0d-8646-47dd-84b6-01f602b567cb&amp;tileId=a5af6831-0816-4f5d-9c62-62e81b2b0b1e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88f1c6df-569b-458b-af0b-9847f80fd4e5" TargetMode="External"/><Relationship Id="rId2" Type="http://schemas.openxmlformats.org/officeDocument/2006/relationships/hyperlink" Target="http://localhost:3000/dashboard/chart-detail?dashboardId=7874cb0d-8646-47dd-84b6-01f602b567cb&amp;tileId=88f1c6df-569b-458b-af0b-9847f80fd4e5" TargetMode="External"/><Relationship Id="rId3" Type="http://schemas.openxmlformats.org/officeDocument/2006/relationships/hyperlink" Target="http://localhost:3000/dashboard/chart-detail?dashboardId=7874cb0d-8646-47dd-84b6-01f602b567cb&amp;tileId=79110006-0863-4302-9b0f-e9cb3ac20710" TargetMode="External"/><Relationship Id="rId4" Type="http://schemas.openxmlformats.org/officeDocument/2006/relationships/hyperlink" Target="http://localhost:3000/dashboard/chart-detail?dashboardId=7874cb0d-8646-47dd-84b6-01f602b567cb&amp;tileId=79110006-0863-4302-9b0f-e9cb3ac20710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b64ce98a-40dd-45e1-af3f-0407031f7607" TargetMode="External"/><Relationship Id="rId2" Type="http://schemas.openxmlformats.org/officeDocument/2006/relationships/hyperlink" Target="http://localhost:3000/dashboard/chart-detail?dashboardId=7874cb0d-8646-47dd-84b6-01f602b567cb&amp;tileId=b64ce98a-40dd-45e1-af3f-0407031f7607" TargetMode="External"/><Relationship Id="rId3" Type="http://schemas.openxmlformats.org/officeDocument/2006/relationships/hyperlink" Target="http://localhost:3000/dashboard/chart-detail?dashboardId=7874cb0d-8646-47dd-84b6-01f602b567cb&amp;tileId=a539363f-ea03-4aa9-84a6-d81de0835897" TargetMode="External"/><Relationship Id="rId4" Type="http://schemas.openxmlformats.org/officeDocument/2006/relationships/hyperlink" Target="http://localhost:3000/dashboard/chart-detail?dashboardId=7874cb0d-8646-47dd-84b6-01f602b567cb&amp;tileId=a539363f-ea03-4aa9-84a6-d81de0835897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c961a95c-3d32-404e-b300-8c07fffbf341" TargetMode="External"/><Relationship Id="rId2" Type="http://schemas.openxmlformats.org/officeDocument/2006/relationships/hyperlink" Target="http://localhost:3000/dashboard/chart-detail?dashboardId=7874cb0d-8646-47dd-84b6-01f602b567cb&amp;tileId=c961a95c-3d32-404e-b300-8c07fffbf341" TargetMode="External"/><Relationship Id="rId3" Type="http://schemas.openxmlformats.org/officeDocument/2006/relationships/hyperlink" Target="http://localhost:3000/dashboard/chart-detail?dashboardId=7874cb0d-8646-47dd-84b6-01f602b567cb&amp;tileId=0b916093-e089-4320-aa60-2132d9283152" TargetMode="External"/><Relationship Id="rId4" Type="http://schemas.openxmlformats.org/officeDocument/2006/relationships/hyperlink" Target="http://localhost:3000/dashboard/chart-detail?dashboardId=7874cb0d-8646-47dd-84b6-01f602b567cb&amp;tileId=0b916093-e089-4320-aa60-2132d928315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3000/dashboard/chart-detail?dashboardId=7874cb0d-8646-47dd-84b6-01f602b567cb&amp;tileId=4411bed7-171c-4e36-bdca-b65469eda721" TargetMode="External"/><Relationship Id="rId2" Type="http://schemas.openxmlformats.org/officeDocument/2006/relationships/hyperlink" Target="http://localhost:3000/dashboard/chart-detail?dashboardId=7874cb0d-8646-47dd-84b6-01f602b567cb&amp;tileId=4411bed7-171c-4e36-bdca-b65469eda72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91440" cy="685800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FEEDBACK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E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Landside &amp; Airside Customer Feedback – Irregularity, Complaint &amp; Compliment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Gapura Angkasa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Februari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GAPURA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36576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329184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621792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14400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GAPURA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Data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029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 by Case Category</a:t>
            </a:r>
            <a:endParaRPr lang="en-US" sz="11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475488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21792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6" name="Text 13">
            <a:hlinkClick r:id="rId3" tooltip=""/>
          </p:cNvPr>
          <p:cNvSpPr/>
          <p:nvPr/>
        </p:nvSpPr>
        <p:spPr>
          <a:xfrm>
            <a:off x="635508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Branch Report</a:t>
            </a:r>
            <a:endParaRPr lang="en-US" sz="1100" dirty="0"/>
          </a:p>
        </p:txBody>
      </p:sp>
      <p:sp>
        <p:nvSpPr>
          <p:cNvPr id="17" name="Text 14">
            <a:hlinkClick r:id="rId4" tooltip=""/>
          </p:cNvPr>
          <p:cNvSpPr/>
          <p:nvPr/>
        </p:nvSpPr>
        <p:spPr>
          <a:xfrm>
            <a:off x="1060704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BKS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217920" y="37490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9 of 10 rows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GAPURA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Data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029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Airlines Report</a:t>
            </a:r>
            <a:endParaRPr lang="en-US" sz="11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475488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Garuda Indonesia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Citilink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Pelita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Scoot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VietJet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Southern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Airways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Korean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Airlines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365760" y="37490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9 of 10 rows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92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7" name="Text 14">
            <a:hlinkClick r:id="rId3" tooltip=""/>
          </p:cNvPr>
          <p:cNvSpPr/>
          <p:nvPr/>
        </p:nvSpPr>
        <p:spPr>
          <a:xfrm>
            <a:off x="635508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Monthly Report</a:t>
            </a:r>
            <a:endParaRPr lang="en-US" sz="1100" dirty="0"/>
          </a:p>
        </p:txBody>
      </p:sp>
      <p:sp>
        <p:nvSpPr>
          <p:cNvPr id="18" name="Text 15">
            <a:hlinkClick r:id="rId4" tooltip=""/>
          </p:cNvPr>
          <p:cNvSpPr/>
          <p:nvPr/>
        </p:nvSpPr>
        <p:spPr>
          <a:xfrm>
            <a:off x="1060704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217920" y="37490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9 of 12 rows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GAPURA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Data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029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Category by Area</a:t>
            </a:r>
            <a:endParaRPr lang="en-US" sz="11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475488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Area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Apron Area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217920" y="1005840"/>
            <a:ext cx="5577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6" name="Text 13">
            <a:hlinkClick r:id="rId3" tooltip=""/>
          </p:cNvPr>
          <p:cNvSpPr/>
          <p:nvPr/>
        </p:nvSpPr>
        <p:spPr>
          <a:xfrm>
            <a:off x="635508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Category by Branch</a:t>
            </a:r>
            <a:endParaRPr lang="en-US" sz="1100" dirty="0"/>
          </a:p>
        </p:txBody>
      </p:sp>
      <p:sp>
        <p:nvSpPr>
          <p:cNvPr id="17" name="Text 14">
            <a:hlinkClick r:id="rId4" tooltip=""/>
          </p:cNvPr>
          <p:cNvSpPr/>
          <p:nvPr/>
        </p:nvSpPr>
        <p:spPr>
          <a:xfrm>
            <a:off x="1060704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394460"/>
                <a:gridCol w="1394460"/>
                <a:gridCol w="1394460"/>
                <a:gridCol w="13944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Category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217920" y="374904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9 of 45 rows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45720"/>
          </a:xfrm>
          <a:prstGeom prst="rect">
            <a:avLst/>
          </a:prstGeom>
          <a:solidFill>
            <a:srgbClr val="5A7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GAPURA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Category — Data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Gapura Indonesia  |  16 Februari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11430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54864" cy="274320"/>
          </a:xfrm>
          <a:prstGeom prst="rect">
            <a:avLst/>
          </a:prstGeom>
          <a:solidFill>
            <a:srgbClr val="6B8E3D"/>
          </a:solidFill>
          <a:ln/>
        </p:spPr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02920" y="1005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Category by Airlines</a:t>
            </a:r>
            <a:endParaRPr lang="en-US" sz="11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10607040" y="1097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u="sng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 ↗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11430000" cy="914400"/>
        </p:xfrm>
        <a:graphic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  <a:gridCol w="28575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Garuda Indonesia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Garuda Indonesia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Citilink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Scoot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Pelita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VietJet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Pelita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Southern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Airline Case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Citilink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Complaint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Airlines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Airways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Korean 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Southern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Irregularity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1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365760" y="48920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14 of 62 rows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Report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2000" cy="13716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8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 Detail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4389120"/>
            <a:ext cx="2103120" cy="45720"/>
          </a:xfrm>
          <a:prstGeom prst="rect">
            <a:avLst/>
          </a:prstGeom>
          <a:solidFill>
            <a:srgbClr val="5A7A3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8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5A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75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2743200" cy="22860"/>
          </a:xfrm>
          <a:prstGeom prst="rect">
            <a:avLst/>
          </a:prstGeom>
          <a:solidFill>
            <a:srgbClr val="D4E8C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474720"/>
            <a:ext cx="975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Gapura Angkasa  |  16 Februari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Customer Feedback</dc:subject>
  <dc:creator>Gapura Indonesia</dc:creator>
  <cp:lastModifiedBy>Gapura Indonesia</cp:lastModifiedBy>
  <cp:revision>1</cp:revision>
  <dcterms:created xsi:type="dcterms:W3CDTF">2026-02-16T03:40:32Z</dcterms:created>
  <dcterms:modified xsi:type="dcterms:W3CDTF">2026-02-16T03:40:32Z</dcterms:modified>
</cp:coreProperties>
</file>